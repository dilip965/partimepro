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1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0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2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3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3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79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5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0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0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2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38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1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47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2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55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1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7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2045 — PartimePro.online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an empire of opportunity.</a:t>
            </a:r>
          </a:p>
          <a:p>
            <a:r>
              <a:t>1 Lakh employees in 20 years.</a:t>
            </a:r>
          </a:p>
          <a:p>
            <a:r>
              <a:t>Founder: Dilip Nandiwale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 1 Lakh people with verified, flexible, and dignified employment through the PartimePro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 Big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We’re not building a startup — we’re building a global workforce platform.</a:t>
            </a:r>
          </a:p>
          <a:p>
            <a:r>
              <a:t>Execution &gt; Ideas. Impact &gt;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20-Year Growth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(2025–2030): Foundation – 1,000 core team</a:t>
            </a:r>
          </a:p>
          <a:p>
            <a:r>
              <a:t>Phase 2 (2030–2035): Growth – 10,000 employees</a:t>
            </a:r>
          </a:p>
          <a:p>
            <a:r>
              <a:t>Phase 3 (2035–2040): Diversification – 40,000</a:t>
            </a:r>
          </a:p>
          <a:p>
            <a:r>
              <a:t>Phase 4 (2040–2045): Globalization – 1,00,000+ people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Core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Division – 20,000 engineers</a:t>
            </a:r>
          </a:p>
          <a:p>
            <a:r>
              <a:t>Marketing &amp; Growth – 15,000 creatives</a:t>
            </a:r>
          </a:p>
          <a:p>
            <a:r>
              <a:t>Operations – 30,000 workforce builders</a:t>
            </a:r>
          </a:p>
          <a:p>
            <a:r>
              <a:t>Business Development – 10,000 deal makers</a:t>
            </a:r>
          </a:p>
          <a:p>
            <a:r>
              <a:t>Training &amp; R&amp;D – 25,000 innovators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with purpose, teams with trust.</a:t>
            </a:r>
          </a:p>
          <a:p>
            <a:r>
              <a:t>Every member contributes to the dream.</a:t>
            </a:r>
          </a:p>
          <a:p>
            <a:r>
              <a:t>We build leaders, not followers.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HQ: Pune – 5,000</a:t>
            </a:r>
          </a:p>
          <a:p>
            <a:r>
              <a:t>10 Regional Offices – 30,000</a:t>
            </a:r>
          </a:p>
          <a:p>
            <a:r>
              <a:t>Tier 2–3 City Hubs – 40,000</a:t>
            </a:r>
          </a:p>
          <a:p>
            <a:r>
              <a:t>Global Offices (Asia, Africa, Middle East) – 25,000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Foundation → Growth → Diversification → Globalization</a:t>
            </a:r>
          </a:p>
          <a:p>
            <a:r>
              <a:t>Each phase expands our capability, culture, and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 Vision</a:t>
            </a:r>
          </a:p>
          <a:p>
            <a:r>
              <a:t>10 Core Leaders</a:t>
            </a:r>
          </a:p>
          <a:p>
            <a:r>
              <a:t>100 Regional Heads</a:t>
            </a:r>
          </a:p>
          <a:p>
            <a:r>
              <a:t>1,000 Managers</a:t>
            </a:r>
          </a:p>
          <a:p>
            <a:r>
              <a:t>10,000 Team Leads</a:t>
            </a:r>
          </a:p>
          <a:p>
            <a:r>
              <a:t>1,00,000 Contributors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Systems for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Internal Talent Management</a:t>
            </a:r>
          </a:p>
          <a:p>
            <a:r>
              <a:t>• PartimePro University (Training)</a:t>
            </a:r>
          </a:p>
          <a:p>
            <a:r>
              <a:t>• Automation &amp; AI HR Tools</a:t>
            </a:r>
          </a:p>
          <a:p>
            <a:r>
              <a:t>• Employee Equity Programs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Cultural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Respect every role</a:t>
            </a:r>
          </a:p>
          <a:p>
            <a:r>
              <a:t>2. Build trust through action</a:t>
            </a:r>
          </a:p>
          <a:p>
            <a:r>
              <a:t>3. Innovate fast, fail smart</a:t>
            </a:r>
          </a:p>
          <a:p>
            <a:r>
              <a:t>4. Lead with purpose</a:t>
            </a:r>
          </a:p>
          <a:p>
            <a:r>
              <a:t>5. Leave legacy, not just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team member creates jobs, opportunities, and dignity.</a:t>
            </a:r>
          </a:p>
          <a:p>
            <a:r>
              <a:t>Together, we move India forward.</a:t>
            </a:r>
          </a:p>
          <a:p>
            <a:r>
              <a:t>1 Lakh employees = ₹1,500 crore annual income impact.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We’re not hiring people — we’re creating leaders who build the future of verified work.</a:t>
            </a:r>
          </a:p>
          <a:p>
            <a:r>
              <a:t>— Dilip Nandiwale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2045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brand. 1 Lakh employees. 100+ offices. A symbol of trust and opportunity.</a:t>
            </a:r>
          </a:p>
          <a:p>
            <a:r>
              <a:t>The world will remember: PartimePro built futures.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Let’s execute the dream.</a:t>
            </a:r>
          </a:p>
          <a:p>
            <a:r>
              <a:t>Each line of code, each partnership, each action — builds the next chapter of India’s workforce.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Together we build.</a:t>
            </a:r>
          </a:p>
          <a:p>
            <a:r>
              <a:t>Together we rise.</a:t>
            </a:r>
          </a:p>
          <a:p>
            <a:r>
              <a:t>PartimePro.online — Work Smart. Earn Verified.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415</Words>
  <Application>Microsoft Office PowerPoint</Application>
  <PresentationFormat>On-screen Show (4:3)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 Boardroom</vt:lpstr>
      <vt:lpstr>Vision 2045 — PartimePro.online</vt:lpstr>
      <vt:lpstr>Our Mission</vt:lpstr>
      <vt:lpstr>Think Big</vt:lpstr>
      <vt:lpstr>20-Year Growth Plan</vt:lpstr>
      <vt:lpstr>Our Core Pillars</vt:lpstr>
      <vt:lpstr>Our Strength</vt:lpstr>
      <vt:lpstr>Infrastructure Plan</vt:lpstr>
      <vt:lpstr>Execution Model</vt:lpstr>
      <vt:lpstr>Leadership Pyramid</vt:lpstr>
      <vt:lpstr>Systems for Scale</vt:lpstr>
      <vt:lpstr>Our Cultural Code</vt:lpstr>
      <vt:lpstr>The Economic Impact</vt:lpstr>
      <vt:lpstr>Founder Declaration</vt:lpstr>
      <vt:lpstr>2045 Legacy</vt:lpstr>
      <vt:lpstr>Call to Action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Dilip Nandiwale</cp:lastModifiedBy>
  <cp:revision>2</cp:revision>
  <dcterms:created xsi:type="dcterms:W3CDTF">2013-01-27T09:14:16Z</dcterms:created>
  <dcterms:modified xsi:type="dcterms:W3CDTF">2025-11-04T10:16:28Z</dcterms:modified>
  <cp:category/>
</cp:coreProperties>
</file>
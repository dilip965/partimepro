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1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94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6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6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0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25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53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89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69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3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PartimePro.online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Verified Flexible Work Platform for Students &amp; Professionals</a:t>
            </a:r>
          </a:p>
          <a:p>
            <a:r>
              <a:t>Founder: Dilip Nandiwale</a:t>
            </a:r>
          </a:p>
          <a:p>
            <a:r>
              <a:t>Location: Pune, India</a:t>
            </a:r>
          </a:p>
          <a:p>
            <a:r>
              <a:t>Tagline: 'Work Smart. Earn Verified.'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can't find safe, verified part-time jobs.</a:t>
            </a:r>
          </a:p>
          <a:p>
            <a:r>
              <a:t>Professionals want flexible earning options.</a:t>
            </a:r>
          </a:p>
          <a:p>
            <a:r>
              <a:t>Employers waste time finding reliable short-term help.</a:t>
            </a:r>
          </a:p>
          <a:p>
            <a:r>
              <a:t>No single trusted platform connects verified employers and verified workers.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has 500+ million employable youth.</a:t>
            </a:r>
          </a:p>
          <a:p>
            <a:r>
              <a:t>40% of professionals want extra income.</a:t>
            </a:r>
          </a:p>
          <a:p>
            <a:r>
              <a:t>SMEs and startups need flexible manpower.</a:t>
            </a:r>
          </a:p>
          <a:p>
            <a:r>
              <a:t>Gig economy projected to reach $455B by 2025.</a:t>
            </a:r>
          </a:p>
          <a:p>
            <a:r>
              <a:t>No hybrid online/offline verified platform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PartimePro.online — A verified platform for flexible work.</a:t>
            </a:r>
          </a:p>
          <a:p>
            <a:r>
              <a:t>• Online + Offline jobs</a:t>
            </a:r>
          </a:p>
          <a:p>
            <a:r>
              <a:t>• Verified profiles (Aadhaar, college, LinkedIn)</a:t>
            </a:r>
          </a:p>
          <a:p>
            <a:r>
              <a:t>• Smart match engine</a:t>
            </a:r>
          </a:p>
          <a:p>
            <a:r>
              <a:t>• Employer &amp; Seeker dashboards</a:t>
            </a:r>
          </a:p>
          <a:p>
            <a:r>
              <a:t>• Admin verification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Employer posts job</a:t>
            </a:r>
          </a:p>
          <a:p>
            <a:r>
              <a:t>2. Verified seekers apply</a:t>
            </a:r>
          </a:p>
          <a:p>
            <a:r>
              <a:t>3. Matching algorithm recommends top candidates</a:t>
            </a:r>
          </a:p>
          <a:p>
            <a:r>
              <a:t>4. Employer hires</a:t>
            </a:r>
          </a:p>
          <a:p>
            <a:r>
              <a:t>5. Platform tracks work and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Employer Subscriptions (₹499–₹1,999/month)</a:t>
            </a:r>
          </a:p>
          <a:p>
            <a:r>
              <a:t>2. Seeker Verification &amp; Premium Badges (₹99–₹499)</a:t>
            </a:r>
          </a:p>
          <a:p>
            <a:r>
              <a:t>3. Commission on successful hires (5–10%)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Pilot data:</a:t>
            </a:r>
          </a:p>
          <a:p>
            <a:r>
              <a:t>• 87% students want verified part-time jobs</a:t>
            </a:r>
          </a:p>
          <a:p>
            <a:r>
              <a:t>• 91% employers need reliable short-term workers</a:t>
            </a:r>
          </a:p>
          <a:p>
            <a:r>
              <a:t>• 72% professionals open to flexible work</a:t>
            </a:r>
          </a:p>
          <a:p>
            <a:r>
              <a:t>50+ businesses and 1,000+ students interested.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Apna: No hourly/daily work</a:t>
            </a:r>
          </a:p>
          <a:p>
            <a:r>
              <a:t>PickMyWork: Limited employer tools</a:t>
            </a:r>
          </a:p>
          <a:p>
            <a:r>
              <a:t>WorkIndia: No online jobs</a:t>
            </a:r>
          </a:p>
          <a:p>
            <a:r>
              <a:t>Fiverr: Global only</a:t>
            </a:r>
          </a:p>
          <a:p>
            <a:r>
              <a:t>→ PartimePro covers both local + online verified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Pune colleges + SMEs pilot</a:t>
            </a:r>
          </a:p>
          <a:p>
            <a:r>
              <a:t>Phase 2: WhatsApp-based onboarding, referral growth</a:t>
            </a:r>
          </a:p>
          <a:p>
            <a:r>
              <a:t>Phase 3: Partnerships with universities &amp; coworking 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Y1: 5,000 users, ₹10–15L revenue</a:t>
            </a:r>
          </a:p>
          <a:p>
            <a:r>
              <a:t>Y2: 25,000 users, ₹60–80L revenue</a:t>
            </a:r>
          </a:p>
          <a:p>
            <a:r>
              <a:t>Y3: 1L+ users, ₹2–3Cr revenue</a:t>
            </a:r>
          </a:p>
          <a:p>
            <a:r>
              <a:t>Break-even in 18–24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MVP under development</a:t>
            </a:r>
          </a:p>
          <a:p>
            <a:r>
              <a:t>✅ Domain live: partimepro.online</a:t>
            </a:r>
          </a:p>
          <a:p>
            <a:r>
              <a:t>✅ Pilot network: 10 colleges, 30+ employers</a:t>
            </a:r>
          </a:p>
          <a:p>
            <a:r>
              <a:t>✅ R&amp;D completed and ready for launch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Economic: Creates verified income</a:t>
            </a:r>
          </a:p>
          <a:p>
            <a:r>
              <a:t>Social: Safe, inclusive work for youth &amp; women</a:t>
            </a:r>
          </a:p>
          <a:p>
            <a:r>
              <a:t>Digital: Formalizes gig labor</a:t>
            </a:r>
          </a:p>
          <a:p>
            <a:r>
              <a:t>Scalable: City-by-city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Founder: Dilip Nandiwale</a:t>
            </a:r>
          </a:p>
          <a:p>
            <a:r>
              <a:t>Tech: React, Node.js, PostgreSQL expert</a:t>
            </a:r>
          </a:p>
          <a:p>
            <a:r>
              <a:t>Advisors: HR, AI, Growth (planned)</a:t>
            </a:r>
          </a:p>
          <a:p>
            <a:r>
              <a:t>Building a product with heart + skill.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₹25–₹30 Lakhs seed funding</a:t>
            </a:r>
          </a:p>
          <a:p>
            <a:r>
              <a:t>Use of funds:</a:t>
            </a:r>
          </a:p>
          <a:p>
            <a:r>
              <a:t>30% Product dev</a:t>
            </a:r>
          </a:p>
          <a:p>
            <a:r>
              <a:t>25% Marketing</a:t>
            </a:r>
          </a:p>
          <a:p>
            <a:r>
              <a:t>20% Infrastructure</a:t>
            </a:r>
          </a:p>
          <a:p>
            <a:r>
              <a:t>15% Operations</a:t>
            </a:r>
          </a:p>
          <a:p>
            <a:r>
              <a:t>10% Legal &amp; Admin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make verified flexible work accessible to everyone.</a:t>
            </a:r>
          </a:p>
          <a:p>
            <a:r>
              <a:t>By 2028:</a:t>
            </a:r>
          </a:p>
          <a:p>
            <a:r>
              <a:t>• 1M verified users</a:t>
            </a:r>
          </a:p>
          <a:p>
            <a:r>
              <a:t>• 100K employers</a:t>
            </a:r>
          </a:p>
          <a:p>
            <a:r>
              <a:t>• ₹100Cr+ total transactions</a:t>
            </a:r>
          </a:p>
          <a:p>
            <a:r>
              <a:t>• Pan-India presence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www.partimepro.online</a:t>
            </a:r>
          </a:p>
          <a:p>
            <a:r>
              <a:t>Email: dilip@partimepro.online</a:t>
            </a:r>
          </a:p>
          <a:p>
            <a:r>
              <a:t>Tagline: 'We’re not just creating jobs — we’re creating trust.'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526</Words>
  <Application>Microsoft Office PowerPoint</Application>
  <PresentationFormat>On-screen Show (4:3)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PartimePro.online</vt:lpstr>
      <vt:lpstr>The Problem</vt:lpstr>
      <vt:lpstr>The Opportunity</vt:lpstr>
      <vt:lpstr>The Solution</vt:lpstr>
      <vt:lpstr>How It Works</vt:lpstr>
      <vt:lpstr>Revenue Model</vt:lpstr>
      <vt:lpstr>Market Validation</vt:lpstr>
      <vt:lpstr>Competitive Edge</vt:lpstr>
      <vt:lpstr>Go-To-Market</vt:lpstr>
      <vt:lpstr>Financial Projection</vt:lpstr>
      <vt:lpstr>Traction</vt:lpstr>
      <vt:lpstr>Business Impact</vt:lpstr>
      <vt:lpstr>Team</vt:lpstr>
      <vt:lpstr>Funding Ask</vt:lpstr>
      <vt:lpstr>Vision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Dilip Nandiwale</dc:creator>
  <cp:keywords/>
  <dc:description>generated using python-pptx</dc:description>
  <cp:lastModifiedBy>Dilip Nandiwale</cp:lastModifiedBy>
  <cp:revision>2</cp:revision>
  <dcterms:created xsi:type="dcterms:W3CDTF">2013-01-27T09:14:16Z</dcterms:created>
  <dcterms:modified xsi:type="dcterms:W3CDTF">2025-11-03T16:39:11Z</dcterms:modified>
  <cp:category/>
</cp:coreProperties>
</file>